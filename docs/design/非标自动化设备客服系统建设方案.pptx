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非标自动化设备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客服系统建设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完整设计方案汇报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2025年12月 | Jinkaibo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系统背景与现状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公司现状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员工规模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工程师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并行项目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 活跃客户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关键痛点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客户问题反馈渠道混乱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问题处理周期长，追踪困难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客服与工程部门信息不通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缺乏系统化的数据积累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知识重复整理，经验无法复用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系统建设目标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统一的问题管理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现场快速上报，自动分配，实时追踪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规范的流程管理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SLA机制，优先级规则，超期预警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知识库建设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问题解决方案沉淀，经验快速复用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数据驱动改进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可视化报表，质量指标，持续优化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系统整体架构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09728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用户界面层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143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小程序（现场工程师）  |  Web端（客服/高工）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1737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核心业务模块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客户信息  |  设备管理  |  问题管理  |  协作沟通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651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数据与分析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PostgreSQL数据库  |  数据分析与报表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3566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系统集成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企业微信智能表格  |  ERP系统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七大核心模块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1430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客户信息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客户档案、联系人、沟通记录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1430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设备管理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设备档案、版本管理、维保计划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11430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工单创建、分诊、诊断、解决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2651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08760" y="2514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协作沟通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内部评论、@提醒、通知机制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468880"/>
            <a:ext cx="2651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2514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技术文档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知识库、判断卡、常见问题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468880"/>
            <a:ext cx="2651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2514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2648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统计报表、质量指标、趋势分析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69680" y="2468880"/>
            <a:ext cx="2651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12680" y="2514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100126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6112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系统集成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6112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ERP对接、企业微信同步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客户信息 &amp; 设备管理模块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客户信息模块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客户档案管理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客户分级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沟通记录追踪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维保服务历史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客户工单统计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设备管理模块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设备档案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二维码扫码快查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版本管理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维保计划与提醒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附件管理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问题管理模块 - 核心流程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234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" y="1234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现场上报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快速2分钟扫码上报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188720"/>
            <a:ext cx="1234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7420" y="1234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21742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57276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自动分配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优先级计算与分配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1188720"/>
            <a:ext cx="1234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7580" y="1234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49758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157276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分诊诊断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高工输出根本原因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188720"/>
            <a:ext cx="1234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7740" y="1234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77774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157276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方案发布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发布解决方案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1188720"/>
            <a:ext cx="1234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7900" y="1234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05790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157276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验证执行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现场验证方案有效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1188720"/>
            <a:ext cx="1234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8060" y="1234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7338060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157276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工单关闭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满意度评分入库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377440"/>
            <a:ext cx="841248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客服角色：全程跟进、超期催办、推送方案、确认验证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客服工作界面 - 待办清单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46304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097280"/>
            <a:ext cx="12801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143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工单ID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237744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问题描述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097280"/>
            <a:ext cx="18288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143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097280"/>
            <a:ext cx="146304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417320"/>
            <a:ext cx="146304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P1超期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1417320"/>
            <a:ext cx="128016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TK-001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1417320"/>
            <a:ext cx="237744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463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生产线停线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1417320"/>
            <a:ext cx="182880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463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待分诊超4h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417320"/>
            <a:ext cx="146304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催办 | 备注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1737360"/>
            <a:ext cx="146304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P1超期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0" y="1737360"/>
            <a:ext cx="128016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TK-002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08960" y="1737360"/>
            <a:ext cx="237744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停线问题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1737360"/>
            <a:ext cx="182880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1783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方案已出超2h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1737360"/>
            <a:ext cx="1463040" cy="320040"/>
          </a:xfrm>
          <a:prstGeom prst="rect">
            <a:avLst/>
          </a:prstGeom>
          <a:solidFill>
            <a:srgbClr val="FFE0E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 | 跟进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057400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P2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0" y="2057400"/>
            <a:ext cx="1280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4520" y="2103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TK-010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08960" y="2057400"/>
            <a:ext cx="2377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卡顿问题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0" y="2057400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2103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等验证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2057400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 | 跟进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2377440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P2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0" y="2377440"/>
            <a:ext cx="1280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74520" y="2423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TK-011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08960" y="2377440"/>
            <a:ext cx="23774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5468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通讯异常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0" y="2377440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分诊中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15200" y="2377440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6092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 | 催办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优先级与SLA管理机制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3716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097280"/>
            <a:ext cx="201168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143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触发条件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097280"/>
            <a:ext cx="22860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VIP客户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2860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标准客户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141732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生产线停线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41732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4小时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1小时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8小时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37360" y="178308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生产受影响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178308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1小时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24小时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78308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2小时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48小时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14884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37360" y="214884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一般问题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49040" y="214884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4小时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214884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4小时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51460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37360" y="251460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非关键问题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49040" y="251460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8小时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251460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8小时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474720"/>
            <a:ext cx="8412480" cy="731520"/>
          </a:xfrm>
          <a:prstGeom prst="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566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智能化特性：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37947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自动优先级计算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37947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实时超期预警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4023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技术主管可手工调整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4023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SLA历史记录与审计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现场工程师小程序功能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快速上报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扫码获取设备信息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2分钟完成上报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支持离线草稿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4813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证据上传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照片、视频、日志文件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0" y="1883664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弱网断点续传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0" y="2029968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自动压缩优化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14813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验证执行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查看解决方案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63640" y="1883664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执行验证清单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3640" y="2029968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提交验证结果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468880"/>
            <a:ext cx="2697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146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" y="28529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沟通记录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108960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记录客户沟通内容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255264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快速备忘录功能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跟进事项提醒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6120" y="2468880"/>
            <a:ext cx="2697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5146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337560" y="28529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快查功能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3108960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扫码快速查客户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3255264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查看设备历史问题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83280" y="3401568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离线数据支持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26480" y="2468880"/>
            <a:ext cx="2697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5146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217920" y="28529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我的绩效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108960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本月工单数统计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3640" y="3255264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完整率/排名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3401568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个人KPI监控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协作沟通 &amp; 知识库模块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协作沟通功能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工单内部评论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@提醒指定成员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高工发起追问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实时通知和提醒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完整的沟通历史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客户沟通备忘录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知识库与文档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判断卡库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常见问题库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解决方案库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设备手册和图纸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经验分享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全文搜索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数据分析与报表模块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客服指标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平均响应时间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工单处理周期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122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一次解决率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682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客户满意度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0" y="1234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工程师绩效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工单分配统计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8562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诊断准确度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1122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返工率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682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工作量分析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05840" y="3108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质量指标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SLA达成率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730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问题首发分布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9867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Top问题域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2428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趋势分析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03520" y="3108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客户分析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474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客户工单统计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730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问题频率分析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9867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客户健康度评分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2428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流失风险预警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实施路线图（4个阶段）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第1阶段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第1-2周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基础建设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325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企业微信表格搭建  •  PostgreSQL数据库建设  •  数据同步引擎开发  •  基础Web页面上线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第2阶段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103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第3-4周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工单系统完善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现场小程序核心功能  •  客服待办清单  •  SLA和优先级管理  •  基础报表上线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0175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第5-6周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高级功能与优化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154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协作沟通完整化  •  知识库建设  •  高级报表和分析  •  移动端优化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319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第4阶段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9319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创新与扩展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069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AI辅助诊断  •  智能推荐解决方案  •  多渠道集成  •  自助服务门户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预期收益与价值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问题响应时间 ↓ 50%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客服工作量 ↓ 30%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122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重复问题处理 ↓ 60%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0" y="1280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满意度提升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客户满意度 ↑ 40%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56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问题透明度 实时可查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1122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沟通效率 ↑ 3倍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知识积累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知识库覆盖 100+ 案例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593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经验复用率 ↑ 80%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8496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新员工培养 ↓ 50%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26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48640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数据可视化 完整覆盖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593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决策支持 数据化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8496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持续改进 有据可依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关键成功因素与风险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成功因素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领导层支持与推动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现场工程师配合使用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客服团队培训充分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数据质量管理严格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持续的迭代优化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工作流程配套调整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主要风险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采用阻力（人员培训）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数据不一致问题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高工工作量突增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系统集成复杂度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知识库建设缓慢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性能瓶颈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分阶段实施，先试点后推广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13308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建立专项小组负责推进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33425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定期收集反馈，快速迭代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5354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建立激励机制鼓励参与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下一步行动计划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即日起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170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方案评审与确认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2070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相关部门充分讨论设计方案  •  确认需求优先级  •  确定实施时间表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993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成立项目小组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20299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产品经理：需求管理  •  开发负责人：系统建设  •  业务负责人：流程优化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163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第2-4周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第1期开发与上线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8529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企业微信表格搭建  •  数据库和API开发  •  小程序初版上线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39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第5-8周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639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迭代和优化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67588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收集用户反馈  •  快速修复问题  •  逐步推广使用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系统建设核心价值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问题管理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6002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从混乱到有序，快速响应客户需求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1945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打破部门壁垒，信息透明流动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7889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从经验到数据，科学决策支撑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383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知识沉淀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3832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从零散到体系，经验快速复用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776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我们的目标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建设一个"高效、透明、智能"的客服系统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4988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为客户提供优质的服务体验  •  为团队提供高效的工作工具  •  为公司提供数据驱动的决策支持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2025-12-21T04:45:07Z</dcterms:created>
  <dcterms:modified xsi:type="dcterms:W3CDTF">2025-12-21T04:45:07Z</dcterms:modified>
</cp:coreProperties>
</file>